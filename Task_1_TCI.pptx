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530" r:id="rId5"/>
    <p:sldId id="539" r:id="rId6"/>
    <p:sldId id="540" r:id="rId7"/>
    <p:sldId id="541" r:id="rId8"/>
    <p:sldId id="542" r:id="rId9"/>
    <p:sldId id="549" r:id="rId10"/>
    <p:sldId id="544" r:id="rId11"/>
    <p:sldId id="550" r:id="rId12"/>
    <p:sldId id="545" r:id="rId13"/>
    <p:sldId id="54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A3A7D-FD5E-4CEA-8982-6983C0813271}" v="118" dt="2026-05-11T09:52:29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422"/>
  </p:normalViewPr>
  <p:slideViewPr>
    <p:cSldViewPr snapToGrid="0">
      <p:cViewPr varScale="1">
        <p:scale>
          <a:sx n="78" d="100"/>
          <a:sy n="78" d="100"/>
        </p:scale>
        <p:origin x="8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Sagar Arora" userId="c167f554f421d3e1" providerId="LiveId" clId="{E0F2FD49-E75F-4278-A3D3-C1D248F0976A}"/>
    <pc:docChg chg="undo redo custSel addSld delSld modSld sldOrd">
      <pc:chgData name="Vivek Sagar Arora" userId="c167f554f421d3e1" providerId="LiveId" clId="{E0F2FD49-E75F-4278-A3D3-C1D248F0976A}" dt="2026-05-11T09:52:54.374" v="830" actId="20577"/>
      <pc:docMkLst>
        <pc:docMk/>
      </pc:docMkLst>
      <pc:sldChg chg="modSp mod">
        <pc:chgData name="Vivek Sagar Arora" userId="c167f554f421d3e1" providerId="LiveId" clId="{E0F2FD49-E75F-4278-A3D3-C1D248F0976A}" dt="2026-05-11T07:50:17.450" v="578" actId="1076"/>
        <pc:sldMkLst>
          <pc:docMk/>
          <pc:sldMk cId="1723491119" sldId="530"/>
        </pc:sldMkLst>
        <pc:spChg chg="mod">
          <ac:chgData name="Vivek Sagar Arora" userId="c167f554f421d3e1" providerId="LiveId" clId="{E0F2FD49-E75F-4278-A3D3-C1D248F0976A}" dt="2026-05-11T07:50:17.450" v="578" actId="1076"/>
          <ac:spMkLst>
            <pc:docMk/>
            <pc:sldMk cId="1723491119" sldId="530"/>
            <ac:spMk id="2" creationId="{DC870DB4-0446-EF22-E8E0-3A5B83923AC0}"/>
          </ac:spMkLst>
        </pc:spChg>
        <pc:spChg chg="mod">
          <ac:chgData name="Vivek Sagar Arora" userId="c167f554f421d3e1" providerId="LiveId" clId="{E0F2FD49-E75F-4278-A3D3-C1D248F0976A}" dt="2026-05-11T06:56:35.054" v="147"/>
          <ac:spMkLst>
            <pc:docMk/>
            <pc:sldMk cId="1723491119" sldId="530"/>
            <ac:spMk id="3" creationId="{696329B1-2D04-0F3A-1081-C5117D8CE122}"/>
          </ac:spMkLst>
        </pc:spChg>
      </pc:sldChg>
      <pc:sldChg chg="del">
        <pc:chgData name="Vivek Sagar Arora" userId="c167f554f421d3e1" providerId="LiveId" clId="{E0F2FD49-E75F-4278-A3D3-C1D248F0976A}" dt="2026-05-11T06:56:41.989" v="148" actId="47"/>
        <pc:sldMkLst>
          <pc:docMk/>
          <pc:sldMk cId="765210901" sldId="538"/>
        </pc:sldMkLst>
      </pc:sldChg>
      <pc:sldChg chg="addSp delSp modSp mod">
        <pc:chgData name="Vivek Sagar Arora" userId="c167f554f421d3e1" providerId="LiveId" clId="{E0F2FD49-E75F-4278-A3D3-C1D248F0976A}" dt="2026-05-11T06:57:51.853" v="160" actId="255"/>
        <pc:sldMkLst>
          <pc:docMk/>
          <pc:sldMk cId="1223478525" sldId="539"/>
        </pc:sldMkLst>
        <pc:spChg chg="mod">
          <ac:chgData name="Vivek Sagar Arora" userId="c167f554f421d3e1" providerId="LiveId" clId="{E0F2FD49-E75F-4278-A3D3-C1D248F0976A}" dt="2026-05-11T06:56:56.125" v="150"/>
          <ac:spMkLst>
            <pc:docMk/>
            <pc:sldMk cId="1223478525" sldId="539"/>
            <ac:spMk id="2" creationId="{FAD68550-C42D-794C-EAAE-87EFA485DCE4}"/>
          </ac:spMkLst>
        </pc:spChg>
        <pc:spChg chg="mod">
          <ac:chgData name="Vivek Sagar Arora" userId="c167f554f421d3e1" providerId="LiveId" clId="{E0F2FD49-E75F-4278-A3D3-C1D248F0976A}" dt="2026-05-11T06:57:51.853" v="160" actId="255"/>
          <ac:spMkLst>
            <pc:docMk/>
            <pc:sldMk cId="1223478525" sldId="539"/>
            <ac:spMk id="4" creationId="{9F8530CE-832A-E6F5-E07A-0A9301A8BD52}"/>
          </ac:spMkLst>
        </pc:spChg>
        <pc:picChg chg="add del">
          <ac:chgData name="Vivek Sagar Arora" userId="c167f554f421d3e1" providerId="LiveId" clId="{E0F2FD49-E75F-4278-A3D3-C1D248F0976A}" dt="2026-05-11T06:56:44.703" v="149" actId="478"/>
          <ac:picMkLst>
            <pc:docMk/>
            <pc:sldMk cId="1223478525" sldId="539"/>
            <ac:picMk id="3" creationId="{2642ABEE-AFE6-6CB7-D783-E5FA60E90924}"/>
          </ac:picMkLst>
        </pc:picChg>
      </pc:sldChg>
      <pc:sldChg chg="addSp delSp modSp mod">
        <pc:chgData name="Vivek Sagar Arora" userId="c167f554f421d3e1" providerId="LiveId" clId="{E0F2FD49-E75F-4278-A3D3-C1D248F0976A}" dt="2026-05-11T09:45:04.300" v="683" actId="1076"/>
        <pc:sldMkLst>
          <pc:docMk/>
          <pc:sldMk cId="3083708650" sldId="540"/>
        </pc:sldMkLst>
        <pc:spChg chg="mod">
          <ac:chgData name="Vivek Sagar Arora" userId="c167f554f421d3e1" providerId="LiveId" clId="{E0F2FD49-E75F-4278-A3D3-C1D248F0976A}" dt="2026-05-11T06:58:37.336" v="161"/>
          <ac:spMkLst>
            <pc:docMk/>
            <pc:sldMk cId="3083708650" sldId="540"/>
            <ac:spMk id="2" creationId="{D425EBDA-F758-3607-C8B0-6FBCDD70F63D}"/>
          </ac:spMkLst>
        </pc:spChg>
        <pc:spChg chg="mod">
          <ac:chgData name="Vivek Sagar Arora" userId="c167f554f421d3e1" providerId="LiveId" clId="{E0F2FD49-E75F-4278-A3D3-C1D248F0976A}" dt="2026-05-11T09:44:21.552" v="665" actId="1076"/>
          <ac:spMkLst>
            <pc:docMk/>
            <pc:sldMk cId="3083708650" sldId="540"/>
            <ac:spMk id="4" creationId="{CB586CBC-3250-E60B-F27F-00FD38D52997}"/>
          </ac:spMkLst>
        </pc:spChg>
        <pc:spChg chg="add mod">
          <ac:chgData name="Vivek Sagar Arora" userId="c167f554f421d3e1" providerId="LiveId" clId="{E0F2FD49-E75F-4278-A3D3-C1D248F0976A}" dt="2026-05-11T09:45:04.300" v="683" actId="1076"/>
          <ac:spMkLst>
            <pc:docMk/>
            <pc:sldMk cId="3083708650" sldId="540"/>
            <ac:spMk id="7" creationId="{A8DD8F9B-ABF5-9B27-9EB1-66B138AEFED8}"/>
          </ac:spMkLst>
        </pc:spChg>
        <pc:picChg chg="del">
          <ac:chgData name="Vivek Sagar Arora" userId="c167f554f421d3e1" providerId="LiveId" clId="{E0F2FD49-E75F-4278-A3D3-C1D248F0976A}" dt="2026-05-11T06:58:38.635" v="162" actId="478"/>
          <ac:picMkLst>
            <pc:docMk/>
            <pc:sldMk cId="3083708650" sldId="540"/>
            <ac:picMk id="3" creationId="{4D487C73-37AB-99B8-981D-500E49F64B2B}"/>
          </ac:picMkLst>
        </pc:picChg>
        <pc:picChg chg="add mod">
          <ac:chgData name="Vivek Sagar Arora" userId="c167f554f421d3e1" providerId="LiveId" clId="{E0F2FD49-E75F-4278-A3D3-C1D248F0976A}" dt="2026-05-11T09:44:59.350" v="682" actId="1076"/>
          <ac:picMkLst>
            <pc:docMk/>
            <pc:sldMk cId="3083708650" sldId="540"/>
            <ac:picMk id="6" creationId="{E96C55A3-5D62-6F7A-DEC5-3D3D77A88CBF}"/>
          </ac:picMkLst>
        </pc:picChg>
      </pc:sldChg>
      <pc:sldChg chg="addSp delSp modSp mod">
        <pc:chgData name="Vivek Sagar Arora" userId="c167f554f421d3e1" providerId="LiveId" clId="{E0F2FD49-E75F-4278-A3D3-C1D248F0976A}" dt="2026-05-11T09:43:55.234" v="657" actId="478"/>
        <pc:sldMkLst>
          <pc:docMk/>
          <pc:sldMk cId="2152079360" sldId="541"/>
        </pc:sldMkLst>
        <pc:spChg chg="mod">
          <ac:chgData name="Vivek Sagar Arora" userId="c167f554f421d3e1" providerId="LiveId" clId="{E0F2FD49-E75F-4278-A3D3-C1D248F0976A}" dt="2026-05-11T06:59:42.460" v="172"/>
          <ac:spMkLst>
            <pc:docMk/>
            <pc:sldMk cId="2152079360" sldId="541"/>
            <ac:spMk id="2" creationId="{3A66FD65-0F59-E38C-E992-A9400C702E87}"/>
          </ac:spMkLst>
        </pc:spChg>
        <pc:spChg chg="mod">
          <ac:chgData name="Vivek Sagar Arora" userId="c167f554f421d3e1" providerId="LiveId" clId="{E0F2FD49-E75F-4278-A3D3-C1D248F0976A}" dt="2026-05-11T07:58:43.290" v="601" actId="20577"/>
          <ac:spMkLst>
            <pc:docMk/>
            <pc:sldMk cId="2152079360" sldId="541"/>
            <ac:spMk id="4" creationId="{4866F740-AF9F-89E1-C053-78E191C9F622}"/>
          </ac:spMkLst>
        </pc:spChg>
        <pc:picChg chg="del mod">
          <ac:chgData name="Vivek Sagar Arora" userId="c167f554f421d3e1" providerId="LiveId" clId="{E0F2FD49-E75F-4278-A3D3-C1D248F0976A}" dt="2026-05-11T06:59:26.187" v="171" actId="478"/>
          <ac:picMkLst>
            <pc:docMk/>
            <pc:sldMk cId="2152079360" sldId="541"/>
            <ac:picMk id="3" creationId="{1C20C6D2-403F-64B9-DECD-E09B5E3BFAC1}"/>
          </ac:picMkLst>
        </pc:picChg>
        <pc:picChg chg="add del mod">
          <ac:chgData name="Vivek Sagar Arora" userId="c167f554f421d3e1" providerId="LiveId" clId="{E0F2FD49-E75F-4278-A3D3-C1D248F0976A}" dt="2026-05-11T09:43:55.234" v="657" actId="478"/>
          <ac:picMkLst>
            <pc:docMk/>
            <pc:sldMk cId="2152079360" sldId="541"/>
            <ac:picMk id="6" creationId="{D4A716D1-504F-0F7E-C3C6-C7D8D7CD9797}"/>
          </ac:picMkLst>
        </pc:picChg>
      </pc:sldChg>
      <pc:sldChg chg="addSp delSp modSp mod">
        <pc:chgData name="Vivek Sagar Arora" userId="c167f554f421d3e1" providerId="LiveId" clId="{E0F2FD49-E75F-4278-A3D3-C1D248F0976A}" dt="2026-05-11T09:52:14.167" v="808" actId="20577"/>
        <pc:sldMkLst>
          <pc:docMk/>
          <pc:sldMk cId="3590953553" sldId="542"/>
        </pc:sldMkLst>
        <pc:spChg chg="mod">
          <ac:chgData name="Vivek Sagar Arora" userId="c167f554f421d3e1" providerId="LiveId" clId="{E0F2FD49-E75F-4278-A3D3-C1D248F0976A}" dt="2026-05-11T09:52:14.167" v="808" actId="20577"/>
          <ac:spMkLst>
            <pc:docMk/>
            <pc:sldMk cId="3590953553" sldId="542"/>
            <ac:spMk id="2" creationId="{F5A38332-814A-F678-56BF-A77E03D84DE8}"/>
          </ac:spMkLst>
        </pc:spChg>
        <pc:spChg chg="del mod">
          <ac:chgData name="Vivek Sagar Arora" userId="c167f554f421d3e1" providerId="LiveId" clId="{E0F2FD49-E75F-4278-A3D3-C1D248F0976A}" dt="2026-05-11T07:03:03.188" v="308" actId="3680"/>
          <ac:spMkLst>
            <pc:docMk/>
            <pc:sldMk cId="3590953553" sldId="542"/>
            <ac:spMk id="4" creationId="{5FA0265E-23C5-FA6E-33FE-41B624ECA048}"/>
          </ac:spMkLst>
        </pc:spChg>
        <pc:spChg chg="add mod">
          <ac:chgData name="Vivek Sagar Arora" userId="c167f554f421d3e1" providerId="LiveId" clId="{E0F2FD49-E75F-4278-A3D3-C1D248F0976A}" dt="2026-05-11T07:02:37.066" v="305"/>
          <ac:spMkLst>
            <pc:docMk/>
            <pc:sldMk cId="3590953553" sldId="542"/>
            <ac:spMk id="6" creationId="{9FBA0D60-0964-7E1C-66C3-A615B1F83BF0}"/>
          </ac:spMkLst>
        </pc:spChg>
        <pc:spChg chg="add mod">
          <ac:chgData name="Vivek Sagar Arora" userId="c167f554f421d3e1" providerId="LiveId" clId="{E0F2FD49-E75F-4278-A3D3-C1D248F0976A}" dt="2026-05-11T07:02:36.702" v="304"/>
          <ac:spMkLst>
            <pc:docMk/>
            <pc:sldMk cId="3590953553" sldId="542"/>
            <ac:spMk id="9" creationId="{BF7A1C88-3C21-4C71-8DD4-B565D5562FF8}"/>
          </ac:spMkLst>
        </pc:spChg>
        <pc:spChg chg="add mod">
          <ac:chgData name="Vivek Sagar Arora" userId="c167f554f421d3e1" providerId="LiveId" clId="{E0F2FD49-E75F-4278-A3D3-C1D248F0976A}" dt="2026-05-11T08:00:49.289" v="612" actId="1076"/>
          <ac:spMkLst>
            <pc:docMk/>
            <pc:sldMk cId="3590953553" sldId="542"/>
            <ac:spMk id="11" creationId="{48212366-607D-0830-DB3F-2FDF06868637}"/>
          </ac:spMkLst>
        </pc:spChg>
        <pc:spChg chg="add del mod">
          <ac:chgData name="Vivek Sagar Arora" userId="c167f554f421d3e1" providerId="LiveId" clId="{E0F2FD49-E75F-4278-A3D3-C1D248F0976A}" dt="2026-05-11T07:07:03.843" v="434"/>
          <ac:spMkLst>
            <pc:docMk/>
            <pc:sldMk cId="3590953553" sldId="542"/>
            <ac:spMk id="12" creationId="{CD6D20A9-6F37-01AD-9B9D-494CFD746C10}"/>
          </ac:spMkLst>
        </pc:spChg>
        <pc:spChg chg="add del">
          <ac:chgData name="Vivek Sagar Arora" userId="c167f554f421d3e1" providerId="LiveId" clId="{E0F2FD49-E75F-4278-A3D3-C1D248F0976A}" dt="2026-05-11T07:12:13.113" v="502"/>
          <ac:spMkLst>
            <pc:docMk/>
            <pc:sldMk cId="3590953553" sldId="542"/>
            <ac:spMk id="13" creationId="{1EF2D1AB-29CC-25FA-B592-54B3035ADC4A}"/>
          </ac:spMkLst>
        </pc:spChg>
        <pc:spChg chg="add del">
          <ac:chgData name="Vivek Sagar Arora" userId="c167f554f421d3e1" providerId="LiveId" clId="{E0F2FD49-E75F-4278-A3D3-C1D248F0976A}" dt="2026-05-11T07:12:13.114" v="504"/>
          <ac:spMkLst>
            <pc:docMk/>
            <pc:sldMk cId="3590953553" sldId="542"/>
            <ac:spMk id="14" creationId="{77BE42F3-B06C-2481-D0B0-8180748453D9}"/>
          </ac:spMkLst>
        </pc:spChg>
        <pc:spChg chg="add del">
          <ac:chgData name="Vivek Sagar Arora" userId="c167f554f421d3e1" providerId="LiveId" clId="{E0F2FD49-E75F-4278-A3D3-C1D248F0976A}" dt="2026-05-11T07:12:13.116" v="506"/>
          <ac:spMkLst>
            <pc:docMk/>
            <pc:sldMk cId="3590953553" sldId="542"/>
            <ac:spMk id="15" creationId="{A336D2CB-72EF-BA4C-E638-60FF14855F07}"/>
          </ac:spMkLst>
        </pc:spChg>
        <pc:spChg chg="add del">
          <ac:chgData name="Vivek Sagar Arora" userId="c167f554f421d3e1" providerId="LiveId" clId="{E0F2FD49-E75F-4278-A3D3-C1D248F0976A}" dt="2026-05-11T07:12:13.116" v="508"/>
          <ac:spMkLst>
            <pc:docMk/>
            <pc:sldMk cId="3590953553" sldId="542"/>
            <ac:spMk id="16" creationId="{E0774A0C-CB5F-0B72-FE16-7C3EACA9B2CE}"/>
          </ac:spMkLst>
        </pc:spChg>
        <pc:spChg chg="add del">
          <ac:chgData name="Vivek Sagar Arora" userId="c167f554f421d3e1" providerId="LiveId" clId="{E0F2FD49-E75F-4278-A3D3-C1D248F0976A}" dt="2026-05-11T07:12:13.117" v="510"/>
          <ac:spMkLst>
            <pc:docMk/>
            <pc:sldMk cId="3590953553" sldId="542"/>
            <ac:spMk id="17" creationId="{1C32098A-0157-1F29-1B1E-DC6590962763}"/>
          </ac:spMkLst>
        </pc:spChg>
        <pc:spChg chg="add mod">
          <ac:chgData name="Vivek Sagar Arora" userId="c167f554f421d3e1" providerId="LiveId" clId="{E0F2FD49-E75F-4278-A3D3-C1D248F0976A}" dt="2026-05-11T08:00:42.745" v="610" actId="1076"/>
          <ac:spMkLst>
            <pc:docMk/>
            <pc:sldMk cId="3590953553" sldId="542"/>
            <ac:spMk id="18" creationId="{5EB71C7E-3168-58FD-E78F-B1340ED0AD42}"/>
          </ac:spMkLst>
        </pc:spChg>
        <pc:graphicFrameChg chg="add mod">
          <ac:chgData name="Vivek Sagar Arora" userId="c167f554f421d3e1" providerId="LiveId" clId="{E0F2FD49-E75F-4278-A3D3-C1D248F0976A}" dt="2026-05-11T07:01:51.238" v="294"/>
          <ac:graphicFrameMkLst>
            <pc:docMk/>
            <pc:sldMk cId="3590953553" sldId="542"/>
            <ac:graphicFrameMk id="5" creationId="{B6D4E046-DAE5-AA48-E0A0-5E1C7F01B23F}"/>
          </ac:graphicFrameMkLst>
        </pc:graphicFrameChg>
        <pc:graphicFrameChg chg="add mod modGraphic">
          <ac:chgData name="Vivek Sagar Arora" userId="c167f554f421d3e1" providerId="LiveId" clId="{E0F2FD49-E75F-4278-A3D3-C1D248F0976A}" dt="2026-05-11T07:02:35.268" v="302" actId="20577"/>
          <ac:graphicFrameMkLst>
            <pc:docMk/>
            <pc:sldMk cId="3590953553" sldId="542"/>
            <ac:graphicFrameMk id="7" creationId="{57A39361-D5D1-DBDD-49A1-F30148257656}"/>
          </ac:graphicFrameMkLst>
        </pc:graphicFrameChg>
        <pc:graphicFrameChg chg="add mod ord modGraphic">
          <ac:chgData name="Vivek Sagar Arora" userId="c167f554f421d3e1" providerId="LiveId" clId="{E0F2FD49-E75F-4278-A3D3-C1D248F0976A}" dt="2026-05-11T08:00:46.728" v="611" actId="1076"/>
          <ac:graphicFrameMkLst>
            <pc:docMk/>
            <pc:sldMk cId="3590953553" sldId="542"/>
            <ac:graphicFrameMk id="10" creationId="{8D6B2BEE-EC8B-9AA2-8792-286C4A85CA62}"/>
          </ac:graphicFrameMkLst>
        </pc:graphicFrameChg>
        <pc:picChg chg="del mod">
          <ac:chgData name="Vivek Sagar Arora" userId="c167f554f421d3e1" providerId="LiveId" clId="{E0F2FD49-E75F-4278-A3D3-C1D248F0976A}" dt="2026-05-11T07:01:30.772" v="291" actId="478"/>
          <ac:picMkLst>
            <pc:docMk/>
            <pc:sldMk cId="3590953553" sldId="542"/>
            <ac:picMk id="3" creationId="{3DB036C1-DC0E-0662-EF92-EA3121A772EE}"/>
          </ac:picMkLst>
        </pc:picChg>
      </pc:sldChg>
      <pc:sldChg chg="delSp modSp del mod">
        <pc:chgData name="Vivek Sagar Arora" userId="c167f554f421d3e1" providerId="LiveId" clId="{E0F2FD49-E75F-4278-A3D3-C1D248F0976A}" dt="2026-05-11T07:07:47.386" v="441" actId="47"/>
        <pc:sldMkLst>
          <pc:docMk/>
          <pc:sldMk cId="3111757514" sldId="543"/>
        </pc:sldMkLst>
        <pc:spChg chg="mod">
          <ac:chgData name="Vivek Sagar Arora" userId="c167f554f421d3e1" providerId="LiveId" clId="{E0F2FD49-E75F-4278-A3D3-C1D248F0976A}" dt="2026-05-11T07:07:30.558" v="439" actId="20577"/>
          <ac:spMkLst>
            <pc:docMk/>
            <pc:sldMk cId="3111757514" sldId="543"/>
            <ac:spMk id="4" creationId="{1C072FEA-5AE0-D2A0-D00C-BFCFBA13FFA4}"/>
          </ac:spMkLst>
        </pc:spChg>
        <pc:picChg chg="del">
          <ac:chgData name="Vivek Sagar Arora" userId="c167f554f421d3e1" providerId="LiveId" clId="{E0F2FD49-E75F-4278-A3D3-C1D248F0976A}" dt="2026-05-11T07:07:28.467" v="438" actId="478"/>
          <ac:picMkLst>
            <pc:docMk/>
            <pc:sldMk cId="3111757514" sldId="543"/>
            <ac:picMk id="3" creationId="{D6A59305-8F53-16E0-711A-20451F9EDD99}"/>
          </ac:picMkLst>
        </pc:picChg>
      </pc:sldChg>
      <pc:sldChg chg="addSp delSp modSp mod">
        <pc:chgData name="Vivek Sagar Arora" userId="c167f554f421d3e1" providerId="LiveId" clId="{E0F2FD49-E75F-4278-A3D3-C1D248F0976A}" dt="2026-05-11T09:49:56.835" v="781" actId="1076"/>
        <pc:sldMkLst>
          <pc:docMk/>
          <pc:sldMk cId="3331170657" sldId="544"/>
        </pc:sldMkLst>
        <pc:spChg chg="mod">
          <ac:chgData name="Vivek Sagar Arora" userId="c167f554f421d3e1" providerId="LiveId" clId="{E0F2FD49-E75F-4278-A3D3-C1D248F0976A}" dt="2026-05-11T07:14:37.630" v="519"/>
          <ac:spMkLst>
            <pc:docMk/>
            <pc:sldMk cId="3331170657" sldId="544"/>
            <ac:spMk id="2" creationId="{A9958E98-D748-94DD-B0E3-510736F65698}"/>
          </ac:spMkLst>
        </pc:spChg>
        <pc:spChg chg="add">
          <ac:chgData name="Vivek Sagar Arora" userId="c167f554f421d3e1" providerId="LiveId" clId="{E0F2FD49-E75F-4278-A3D3-C1D248F0976A}" dt="2026-05-11T08:01:04.464" v="613"/>
          <ac:spMkLst>
            <pc:docMk/>
            <pc:sldMk cId="3331170657" sldId="544"/>
            <ac:spMk id="3" creationId="{EEDCBB2E-355F-07FD-26F8-9A7B80C36948}"/>
          </ac:spMkLst>
        </pc:spChg>
        <pc:spChg chg="mod">
          <ac:chgData name="Vivek Sagar Arora" userId="c167f554f421d3e1" providerId="LiveId" clId="{E0F2FD49-E75F-4278-A3D3-C1D248F0976A}" dt="2026-05-11T08:01:30.117" v="647" actId="20577"/>
          <ac:spMkLst>
            <pc:docMk/>
            <pc:sldMk cId="3331170657" sldId="544"/>
            <ac:spMk id="4" creationId="{EE175D0B-048B-90EA-754B-5EB4603EA9B6}"/>
          </ac:spMkLst>
        </pc:spChg>
        <pc:spChg chg="add">
          <ac:chgData name="Vivek Sagar Arora" userId="c167f554f421d3e1" providerId="LiveId" clId="{E0F2FD49-E75F-4278-A3D3-C1D248F0976A}" dt="2026-05-11T08:01:10.579" v="614"/>
          <ac:spMkLst>
            <pc:docMk/>
            <pc:sldMk cId="3331170657" sldId="544"/>
            <ac:spMk id="5" creationId="{7F735023-4A87-2901-3D08-712EE4C3845D}"/>
          </ac:spMkLst>
        </pc:spChg>
        <pc:spChg chg="add mod">
          <ac:chgData name="Vivek Sagar Arora" userId="c167f554f421d3e1" providerId="LiveId" clId="{E0F2FD49-E75F-4278-A3D3-C1D248F0976A}" dt="2026-05-11T09:48:55.470" v="753" actId="1076"/>
          <ac:spMkLst>
            <pc:docMk/>
            <pc:sldMk cId="3331170657" sldId="544"/>
            <ac:spMk id="9" creationId="{A8BAF519-0FA1-2D19-9662-C2F6AB6FC6F0}"/>
          </ac:spMkLst>
        </pc:spChg>
        <pc:spChg chg="add mod">
          <ac:chgData name="Vivek Sagar Arora" userId="c167f554f421d3e1" providerId="LiveId" clId="{E0F2FD49-E75F-4278-A3D3-C1D248F0976A}" dt="2026-05-11T09:49:01.638" v="755" actId="1076"/>
          <ac:spMkLst>
            <pc:docMk/>
            <pc:sldMk cId="3331170657" sldId="544"/>
            <ac:spMk id="12" creationId="{E40D78B9-7E5F-44CB-88AB-50298377A999}"/>
          </ac:spMkLst>
        </pc:spChg>
        <pc:spChg chg="add mod">
          <ac:chgData name="Vivek Sagar Arora" userId="c167f554f421d3e1" providerId="LiveId" clId="{E0F2FD49-E75F-4278-A3D3-C1D248F0976A}" dt="2026-05-11T09:49:56.835" v="781" actId="1076"/>
          <ac:spMkLst>
            <pc:docMk/>
            <pc:sldMk cId="3331170657" sldId="544"/>
            <ac:spMk id="15" creationId="{1ED96242-DD77-FA56-C76D-80381244E22B}"/>
          </ac:spMkLst>
        </pc:spChg>
        <pc:picChg chg="add mod">
          <ac:chgData name="Vivek Sagar Arora" userId="c167f554f421d3e1" providerId="LiveId" clId="{E0F2FD49-E75F-4278-A3D3-C1D248F0976A}" dt="2026-05-11T09:48:47.489" v="752" actId="1076"/>
          <ac:picMkLst>
            <pc:docMk/>
            <pc:sldMk cId="3331170657" sldId="544"/>
            <ac:picMk id="7" creationId="{0E5F98E4-BFB2-28A2-CF8D-37BF0A55210F}"/>
          </ac:picMkLst>
        </pc:picChg>
        <pc:picChg chg="add mod">
          <ac:chgData name="Vivek Sagar Arora" userId="c167f554f421d3e1" providerId="LiveId" clId="{E0F2FD49-E75F-4278-A3D3-C1D248F0976A}" dt="2026-05-11T09:48:58.422" v="754" actId="1076"/>
          <ac:picMkLst>
            <pc:docMk/>
            <pc:sldMk cId="3331170657" sldId="544"/>
            <ac:picMk id="11" creationId="{D06B7346-BCD7-6A5C-79CF-E8AD160D202E}"/>
          </ac:picMkLst>
        </pc:picChg>
        <pc:picChg chg="add mod">
          <ac:chgData name="Vivek Sagar Arora" userId="c167f554f421d3e1" providerId="LiveId" clId="{E0F2FD49-E75F-4278-A3D3-C1D248F0976A}" dt="2026-05-11T09:49:12.752" v="756" actId="1076"/>
          <ac:picMkLst>
            <pc:docMk/>
            <pc:sldMk cId="3331170657" sldId="544"/>
            <ac:picMk id="14" creationId="{EE364323-6FA6-1893-F886-71922A59454D}"/>
          </ac:picMkLst>
        </pc:picChg>
        <pc:picChg chg="add del mod">
          <ac:chgData name="Vivek Sagar Arora" userId="c167f554f421d3e1" providerId="LiveId" clId="{E0F2FD49-E75F-4278-A3D3-C1D248F0976A}" dt="2026-05-11T07:13:07.541" v="517" actId="478"/>
          <ac:picMkLst>
            <pc:docMk/>
            <pc:sldMk cId="3331170657" sldId="544"/>
            <ac:picMk id="2050" creationId="{F3D74B7B-F871-A50B-5AE2-1BB1A1C32AD8}"/>
          </ac:picMkLst>
        </pc:picChg>
      </pc:sldChg>
      <pc:sldChg chg="addSp delSp modSp mod">
        <pc:chgData name="Vivek Sagar Arora" userId="c167f554f421d3e1" providerId="LiveId" clId="{E0F2FD49-E75F-4278-A3D3-C1D248F0976A}" dt="2026-05-11T07:34:55.144" v="564" actId="20577"/>
        <pc:sldMkLst>
          <pc:docMk/>
          <pc:sldMk cId="4094516073" sldId="545"/>
        </pc:sldMkLst>
        <pc:spChg chg="mod">
          <ac:chgData name="Vivek Sagar Arora" userId="c167f554f421d3e1" providerId="LiveId" clId="{E0F2FD49-E75F-4278-A3D3-C1D248F0976A}" dt="2026-05-11T07:34:34.485" v="560"/>
          <ac:spMkLst>
            <pc:docMk/>
            <pc:sldMk cId="4094516073" sldId="545"/>
            <ac:spMk id="2" creationId="{414BA15F-A821-F257-C10E-41805E072C0E}"/>
          </ac:spMkLst>
        </pc:spChg>
        <pc:spChg chg="mod">
          <ac:chgData name="Vivek Sagar Arora" userId="c167f554f421d3e1" providerId="LiveId" clId="{E0F2FD49-E75F-4278-A3D3-C1D248F0976A}" dt="2026-05-11T07:34:55.144" v="564" actId="20577"/>
          <ac:spMkLst>
            <pc:docMk/>
            <pc:sldMk cId="4094516073" sldId="545"/>
            <ac:spMk id="4" creationId="{64245B8B-54E7-D7EA-2BB6-80D214060DD6}"/>
          </ac:spMkLst>
        </pc:spChg>
        <pc:picChg chg="del">
          <ac:chgData name="Vivek Sagar Arora" userId="c167f554f421d3e1" providerId="LiveId" clId="{E0F2FD49-E75F-4278-A3D3-C1D248F0976A}" dt="2026-05-11T07:34:21.481" v="558" actId="478"/>
          <ac:picMkLst>
            <pc:docMk/>
            <pc:sldMk cId="4094516073" sldId="545"/>
            <ac:picMk id="3" creationId="{42BA6F64-EFB3-35FF-BB5E-D6DE9ED65379}"/>
          </ac:picMkLst>
        </pc:picChg>
      </pc:sldChg>
      <pc:sldChg chg="addSp delSp modSp mod">
        <pc:chgData name="Vivek Sagar Arora" userId="c167f554f421d3e1" providerId="LiveId" clId="{E0F2FD49-E75F-4278-A3D3-C1D248F0976A}" dt="2026-05-11T08:02:09.095" v="649" actId="14100"/>
        <pc:sldMkLst>
          <pc:docMk/>
          <pc:sldMk cId="1406132556" sldId="546"/>
        </pc:sldMkLst>
        <pc:spChg chg="mod">
          <ac:chgData name="Vivek Sagar Arora" userId="c167f554f421d3e1" providerId="LiveId" clId="{E0F2FD49-E75F-4278-A3D3-C1D248F0976A}" dt="2026-05-11T07:35:41.534" v="571"/>
          <ac:spMkLst>
            <pc:docMk/>
            <pc:sldMk cId="1406132556" sldId="546"/>
            <ac:spMk id="2" creationId="{0406981E-236A-E533-E9C3-CD4E1CFB313D}"/>
          </ac:spMkLst>
        </pc:spChg>
        <pc:spChg chg="mod">
          <ac:chgData name="Vivek Sagar Arora" userId="c167f554f421d3e1" providerId="LiveId" clId="{E0F2FD49-E75F-4278-A3D3-C1D248F0976A}" dt="2026-05-11T08:02:09.095" v="649" actId="14100"/>
          <ac:spMkLst>
            <pc:docMk/>
            <pc:sldMk cId="1406132556" sldId="546"/>
            <ac:spMk id="4" creationId="{5F34C248-3E0C-6966-9BC2-0E23EA9D703D}"/>
          </ac:spMkLst>
        </pc:spChg>
        <pc:picChg chg="add del mod">
          <ac:chgData name="Vivek Sagar Arora" userId="c167f554f421d3e1" providerId="LiveId" clId="{E0F2FD49-E75F-4278-A3D3-C1D248F0976A}" dt="2026-05-11T07:35:34.360" v="570" actId="478"/>
          <ac:picMkLst>
            <pc:docMk/>
            <pc:sldMk cId="1406132556" sldId="546"/>
            <ac:picMk id="1028" creationId="{00108A68-CD69-2C2D-969A-EDA68308C002}"/>
          </ac:picMkLst>
        </pc:picChg>
      </pc:sldChg>
      <pc:sldChg chg="del">
        <pc:chgData name="Vivek Sagar Arora" userId="c167f554f421d3e1" providerId="LiveId" clId="{E0F2FD49-E75F-4278-A3D3-C1D248F0976A}" dt="2026-05-11T07:35:30.001" v="568" actId="47"/>
        <pc:sldMkLst>
          <pc:docMk/>
          <pc:sldMk cId="1303920260" sldId="547"/>
        </pc:sldMkLst>
      </pc:sldChg>
      <pc:sldChg chg="del">
        <pc:chgData name="Vivek Sagar Arora" userId="c167f554f421d3e1" providerId="LiveId" clId="{E0F2FD49-E75F-4278-A3D3-C1D248F0976A}" dt="2026-05-11T07:35:31.544" v="569" actId="47"/>
        <pc:sldMkLst>
          <pc:docMk/>
          <pc:sldMk cId="281670309" sldId="548"/>
        </pc:sldMkLst>
      </pc:sldChg>
      <pc:sldChg chg="addSp delSp modSp add mod">
        <pc:chgData name="Vivek Sagar Arora" userId="c167f554f421d3e1" providerId="LiveId" clId="{E0F2FD49-E75F-4278-A3D3-C1D248F0976A}" dt="2026-05-11T09:52:54.374" v="830" actId="20577"/>
        <pc:sldMkLst>
          <pc:docMk/>
          <pc:sldMk cId="2715835814" sldId="549"/>
        </pc:sldMkLst>
        <pc:spChg chg="mod">
          <ac:chgData name="Vivek Sagar Arora" userId="c167f554f421d3e1" providerId="LiveId" clId="{E0F2FD49-E75F-4278-A3D3-C1D248F0976A}" dt="2026-05-11T07:07:56.499" v="442"/>
          <ac:spMkLst>
            <pc:docMk/>
            <pc:sldMk cId="2715835814" sldId="549"/>
            <ac:spMk id="2" creationId="{3B59BF93-1963-595E-05D9-E36DF6B616C3}"/>
          </ac:spMkLst>
        </pc:spChg>
        <pc:spChg chg="add mod">
          <ac:chgData name="Vivek Sagar Arora" userId="c167f554f421d3e1" providerId="LiveId" clId="{E0F2FD49-E75F-4278-A3D3-C1D248F0976A}" dt="2026-05-11T07:10:43.207" v="481" actId="1076"/>
          <ac:spMkLst>
            <pc:docMk/>
            <pc:sldMk cId="2715835814" sldId="549"/>
            <ac:spMk id="3" creationId="{8B8AA9E0-3051-3BE6-B196-622D15C85D1A}"/>
          </ac:spMkLst>
        </pc:spChg>
        <pc:spChg chg="add del mod">
          <ac:chgData name="Vivek Sagar Arora" userId="c167f554f421d3e1" providerId="LiveId" clId="{E0F2FD49-E75F-4278-A3D3-C1D248F0976A}" dt="2026-05-11T07:10:31.130" v="479"/>
          <ac:spMkLst>
            <pc:docMk/>
            <pc:sldMk cId="2715835814" sldId="549"/>
            <ac:spMk id="4" creationId="{F1B717E4-4F65-319C-1EA3-B2827901FBCC}"/>
          </ac:spMkLst>
        </pc:spChg>
        <pc:spChg chg="mod">
          <ac:chgData name="Vivek Sagar Arora" userId="c167f554f421d3e1" providerId="LiveId" clId="{E0F2FD49-E75F-4278-A3D3-C1D248F0976A}" dt="2026-05-11T09:52:54.374" v="830" actId="20577"/>
          <ac:spMkLst>
            <pc:docMk/>
            <pc:sldMk cId="2715835814" sldId="549"/>
            <ac:spMk id="11" creationId="{C8359094-FF35-2974-3F41-9ACBFB61B0C5}"/>
          </ac:spMkLst>
        </pc:spChg>
        <pc:graphicFrameChg chg="mod modGraphic">
          <ac:chgData name="Vivek Sagar Arora" userId="c167f554f421d3e1" providerId="LiveId" clId="{E0F2FD49-E75F-4278-A3D3-C1D248F0976A}" dt="2026-05-11T07:10:51.014" v="482" actId="1076"/>
          <ac:graphicFrameMkLst>
            <pc:docMk/>
            <pc:sldMk cId="2715835814" sldId="549"/>
            <ac:graphicFrameMk id="10" creationId="{4C7343C3-DA8F-5663-7A15-BBED85229E5C}"/>
          </ac:graphicFrameMkLst>
        </pc:graphicFrameChg>
      </pc:sldChg>
      <pc:sldChg chg="delSp modSp add mod ord">
        <pc:chgData name="Vivek Sagar Arora" userId="c167f554f421d3e1" providerId="LiveId" clId="{E0F2FD49-E75F-4278-A3D3-C1D248F0976A}" dt="2026-05-11T07:34:19.182" v="557" actId="1076"/>
        <pc:sldMkLst>
          <pc:docMk/>
          <pc:sldMk cId="1300536091" sldId="550"/>
        </pc:sldMkLst>
        <pc:spChg chg="mod">
          <ac:chgData name="Vivek Sagar Arora" userId="c167f554f421d3e1" providerId="LiveId" clId="{E0F2FD49-E75F-4278-A3D3-C1D248F0976A}" dt="2026-05-11T07:15:12.822" v="525"/>
          <ac:spMkLst>
            <pc:docMk/>
            <pc:sldMk cId="1300536091" sldId="550"/>
            <ac:spMk id="2" creationId="{2B3122AA-5FDC-5A0F-71AB-0A59EBE2332F}"/>
          </ac:spMkLst>
        </pc:spChg>
        <pc:spChg chg="mod">
          <ac:chgData name="Vivek Sagar Arora" userId="c167f554f421d3e1" providerId="LiveId" clId="{E0F2FD49-E75F-4278-A3D3-C1D248F0976A}" dt="2026-05-11T07:34:13.342" v="556" actId="1076"/>
          <ac:spMkLst>
            <pc:docMk/>
            <pc:sldMk cId="1300536091" sldId="550"/>
            <ac:spMk id="3" creationId="{6735DC1B-9402-FBB5-59B7-28661F380F79}"/>
          </ac:spMkLst>
        </pc:spChg>
        <pc:spChg chg="del">
          <ac:chgData name="Vivek Sagar Arora" userId="c167f554f421d3e1" providerId="LiveId" clId="{E0F2FD49-E75F-4278-A3D3-C1D248F0976A}" dt="2026-05-11T07:33:45.216" v="552" actId="478"/>
          <ac:spMkLst>
            <pc:docMk/>
            <pc:sldMk cId="1300536091" sldId="550"/>
            <ac:spMk id="11" creationId="{90F117DE-4813-5D29-ADD3-B2BF6225E120}"/>
          </ac:spMkLst>
        </pc:spChg>
        <pc:graphicFrameChg chg="mod modGraphic">
          <ac:chgData name="Vivek Sagar Arora" userId="c167f554f421d3e1" providerId="LiveId" clId="{E0F2FD49-E75F-4278-A3D3-C1D248F0976A}" dt="2026-05-11T07:34:19.182" v="557" actId="1076"/>
          <ac:graphicFrameMkLst>
            <pc:docMk/>
            <pc:sldMk cId="1300536091" sldId="550"/>
            <ac:graphicFrameMk id="10" creationId="{C8BA5612-4759-F810-CF38-84CFAE03D70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1605603"/>
            <a:ext cx="9921240" cy="1481328"/>
          </a:xfrm>
        </p:spPr>
        <p:txBody>
          <a:bodyPr/>
          <a:lstStyle/>
          <a:p>
            <a:r>
              <a:rPr lang="en-IN" dirty="0"/>
              <a:t>AI Resume Shortlisting Agent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IN" dirty="0"/>
              <a:t>AI-Powered Recruiter Workflow Automation System</a:t>
            </a:r>
          </a:p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Vivek Sagar Arora</a:t>
            </a:r>
            <a:br>
              <a:rPr lang="en-IN" dirty="0"/>
            </a:br>
            <a:r>
              <a:rPr lang="en-IN" dirty="0" err="1"/>
              <a:t>B.Tech</a:t>
            </a:r>
            <a:r>
              <a:rPr lang="en-IN" dirty="0"/>
              <a:t> CSE (AI/ML)</a:t>
            </a:r>
          </a:p>
          <a:p>
            <a:r>
              <a:rPr lang="en-IN" dirty="0"/>
              <a:t>TCI AI Enablement Internship Assignment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AA21-26B6-6232-055E-73B1E08A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8550-C42D-794C-EAAE-87EFA485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17" y="-124391"/>
            <a:ext cx="8878824" cy="1069848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298A73-904C-D477-B806-D483BEE5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530CE-832A-E6F5-E07A-0A9301A8B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948" y="1260389"/>
            <a:ext cx="10879425" cy="323763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/>
              <a:t>Traditional resume screening is:</a:t>
            </a:r>
          </a:p>
          <a:p>
            <a:r>
              <a:rPr lang="en-US" sz="2000" dirty="0"/>
              <a:t>Manual </a:t>
            </a:r>
          </a:p>
          <a:p>
            <a:r>
              <a:rPr lang="en-US" sz="2000" dirty="0"/>
              <a:t>Time-consuming </a:t>
            </a:r>
          </a:p>
          <a:p>
            <a:r>
              <a:rPr lang="en-US" sz="2000" dirty="0"/>
              <a:t>Difficult to scale </a:t>
            </a:r>
          </a:p>
          <a:p>
            <a:r>
              <a:rPr lang="en-US" sz="2000" dirty="0"/>
              <a:t>Prone to human bias </a:t>
            </a:r>
          </a:p>
          <a:p>
            <a:pPr marL="0" indent="0">
              <a:buNone/>
            </a:pPr>
            <a:r>
              <a:rPr lang="en-US" sz="2000" dirty="0"/>
              <a:t>Recruiters often receive hundreds of resumes for a single role, making shortlisting inefficient.</a:t>
            </a:r>
          </a:p>
          <a:p>
            <a:pPr marL="0" indent="0">
              <a:buNone/>
            </a:pPr>
            <a:r>
              <a:rPr lang="en-US" sz="2000" b="1" dirty="0"/>
              <a:t>Goal</a:t>
            </a:r>
          </a:p>
          <a:p>
            <a:r>
              <a:rPr lang="en-US" sz="2000" dirty="0"/>
              <a:t>Build an AI-powered system to automate:</a:t>
            </a:r>
          </a:p>
          <a:p>
            <a:r>
              <a:rPr lang="en-US" sz="2000" dirty="0"/>
              <a:t>Resume parsing </a:t>
            </a:r>
          </a:p>
          <a:p>
            <a:r>
              <a:rPr lang="en-US" sz="2000" dirty="0"/>
              <a:t>Candidate evaluation </a:t>
            </a:r>
          </a:p>
          <a:p>
            <a:r>
              <a:rPr lang="en-US" sz="2000" dirty="0"/>
              <a:t>Resume ranking </a:t>
            </a:r>
          </a:p>
          <a:p>
            <a:r>
              <a:rPr lang="en-US" sz="2000" dirty="0"/>
              <a:t>Shortlisting workflow</a:t>
            </a:r>
          </a:p>
        </p:txBody>
      </p:sp>
    </p:spTree>
    <p:extLst>
      <p:ext uri="{BB962C8B-B14F-4D97-AF65-F5344CB8AC3E}">
        <p14:creationId xmlns:p14="http://schemas.microsoft.com/office/powerpoint/2010/main" val="122347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1AAE-EB37-70C9-F063-D249A99D1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EBDA-F758-3607-C8B0-6FBCDD70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17" y="-124391"/>
            <a:ext cx="8878824" cy="1069848"/>
          </a:xfrm>
        </p:spPr>
        <p:txBody>
          <a:bodyPr/>
          <a:lstStyle/>
          <a:p>
            <a:r>
              <a:rPr lang="en-IN" dirty="0"/>
              <a:t>Proposed Solution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350C83-0CAE-625B-286D-B19BC619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86CBC-3250-E60B-F27F-00FD38D52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374987"/>
            <a:ext cx="8106729" cy="44423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dirty="0"/>
              <a:t>The AI Resume Shortlisting Agent: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Accepts Job Descriptions </a:t>
            </a:r>
          </a:p>
          <a:p>
            <a:r>
              <a:rPr lang="en-US" sz="2000" dirty="0"/>
              <a:t>Parses resumes automatically </a:t>
            </a:r>
          </a:p>
          <a:p>
            <a:r>
              <a:rPr lang="en-US" sz="2000" dirty="0"/>
              <a:t>Performs semantic similarity matching </a:t>
            </a:r>
          </a:p>
          <a:p>
            <a:r>
              <a:rPr lang="en-US" sz="2000" dirty="0"/>
              <a:t>Generates rubric-based AI scores </a:t>
            </a:r>
          </a:p>
          <a:p>
            <a:r>
              <a:rPr lang="en-US" sz="2000" dirty="0"/>
              <a:t>Ranks candidates automatically </a:t>
            </a:r>
          </a:p>
          <a:p>
            <a:r>
              <a:rPr lang="en-US" sz="2000" dirty="0"/>
              <a:t>Supports HR override decisions </a:t>
            </a:r>
          </a:p>
          <a:p>
            <a:r>
              <a:rPr lang="en-US" sz="2000" dirty="0"/>
              <a:t>Exports shortlist reports</a:t>
            </a:r>
          </a:p>
          <a:p>
            <a:r>
              <a:rPr lang="en-US" sz="2000" dirty="0"/>
              <a:t>Generates downloadable CSV and PDF shortlist reports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C55A3-5D62-6F7A-DEC5-3D3D77A88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611" y="1368213"/>
            <a:ext cx="6079066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DD8F9B-ABF5-9B27-9EB1-66B138AEFED8}"/>
              </a:ext>
            </a:extLst>
          </p:cNvPr>
          <p:cNvSpPr txBox="1"/>
          <p:nvPr/>
        </p:nvSpPr>
        <p:spPr>
          <a:xfrm>
            <a:off x="6014611" y="4111413"/>
            <a:ext cx="1661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main_ui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70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F68E-35CB-7312-3847-0093F48C2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6FD65-0F59-E38C-E992-A9400C70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17" y="-124391"/>
            <a:ext cx="8878824" cy="1069848"/>
          </a:xfrm>
        </p:spPr>
        <p:txBody>
          <a:bodyPr/>
          <a:lstStyle/>
          <a:p>
            <a:r>
              <a:rPr lang="en-IN" dirty="0"/>
              <a:t>System Architecture</a:t>
            </a:r>
            <a:endParaRPr lang="en-US" b="0" dirty="0">
              <a:cs typeface="Segoe UI Light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04E04A-0E9C-81BC-FF5F-6E407294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6F740-AF9F-89E1-C053-78E191C9F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7084" y="1061885"/>
            <a:ext cx="10520515" cy="34361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ea typeface="+mn-lt"/>
                <a:cs typeface="+mn-lt"/>
              </a:rPr>
              <a:t>Agent Workflow</a:t>
            </a:r>
            <a:endParaRPr lang="en-US" sz="2800" b="1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Job Description Upload</a:t>
            </a:r>
            <a:br>
              <a:rPr lang="en-IN" sz="2000" dirty="0"/>
            </a:br>
            <a:r>
              <a:rPr lang="en-IN" sz="2000" dirty="0"/>
              <a:t>          ↓</a:t>
            </a:r>
            <a:br>
              <a:rPr lang="en-IN" sz="2000" dirty="0"/>
            </a:br>
            <a:r>
              <a:rPr lang="en-IN" sz="2000" dirty="0"/>
              <a:t>Resume Upload</a:t>
            </a:r>
            <a:br>
              <a:rPr lang="en-IN" sz="2000" dirty="0"/>
            </a:br>
            <a:r>
              <a:rPr lang="en-IN" sz="2000" dirty="0"/>
              <a:t>          ↓</a:t>
            </a:r>
            <a:br>
              <a:rPr lang="en-IN" sz="2000" dirty="0"/>
            </a:br>
            <a:r>
              <a:rPr lang="en-IN" sz="2000" dirty="0"/>
              <a:t>Resume Parsing</a:t>
            </a:r>
            <a:br>
              <a:rPr lang="en-IN" sz="2000" dirty="0"/>
            </a:br>
            <a:r>
              <a:rPr lang="en-IN" sz="2000" dirty="0"/>
              <a:t>          ↓</a:t>
            </a:r>
            <a:br>
              <a:rPr lang="en-IN" sz="2000" dirty="0"/>
            </a:br>
            <a:r>
              <a:rPr lang="en-IN" sz="2000" dirty="0"/>
              <a:t>Embedding Generation</a:t>
            </a:r>
            <a:br>
              <a:rPr lang="en-IN" sz="2000" dirty="0"/>
            </a:br>
            <a:r>
              <a:rPr lang="en-IN" sz="2000" dirty="0"/>
              <a:t>          ↓</a:t>
            </a:r>
            <a:br>
              <a:rPr lang="en-IN" sz="2000" dirty="0"/>
            </a:br>
            <a:r>
              <a:rPr lang="en-IN" sz="2000" dirty="0"/>
              <a:t>Semantic Similarity Matching</a:t>
            </a:r>
            <a:br>
              <a:rPr lang="en-IN" sz="2000" dirty="0"/>
            </a:br>
            <a:r>
              <a:rPr lang="en-IN" sz="2000" dirty="0"/>
              <a:t>          ↓</a:t>
            </a:r>
            <a:br>
              <a:rPr lang="en-IN" sz="2000" dirty="0"/>
            </a:br>
            <a:r>
              <a:rPr lang="en-IN" sz="2000" dirty="0"/>
              <a:t>Rubric-Based AI Scoring</a:t>
            </a:r>
            <a:br>
              <a:rPr lang="en-IN" sz="2000" dirty="0"/>
            </a:br>
            <a:r>
              <a:rPr lang="en-IN" sz="2000" dirty="0"/>
              <a:t>          ↓</a:t>
            </a:r>
            <a:br>
              <a:rPr lang="en-IN" sz="2000" dirty="0"/>
            </a:br>
            <a:r>
              <a:rPr lang="en-IN" sz="2000" dirty="0"/>
              <a:t>Candidate Ranking</a:t>
            </a:r>
            <a:br>
              <a:rPr lang="en-IN" sz="2000" dirty="0"/>
            </a:br>
            <a:r>
              <a:rPr lang="en-IN" sz="2000" dirty="0"/>
              <a:t>          ↓</a:t>
            </a:r>
            <a:br>
              <a:rPr lang="en-IN" sz="2000" dirty="0"/>
            </a:br>
            <a:r>
              <a:rPr lang="en-IN" sz="2000" dirty="0"/>
              <a:t>HR Override</a:t>
            </a:r>
            <a:br>
              <a:rPr lang="en-IN" sz="2000" dirty="0"/>
            </a:br>
            <a:r>
              <a:rPr lang="en-IN" sz="2000" dirty="0"/>
              <a:t>          ↓</a:t>
            </a:r>
            <a:br>
              <a:rPr lang="en-IN" sz="2000" dirty="0"/>
            </a:br>
            <a:r>
              <a:rPr lang="en-IN" sz="2000" dirty="0"/>
              <a:t>CSV/PDF Report Export</a:t>
            </a:r>
            <a:endParaRPr lang="en-US" sz="2000" dirty="0"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5207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243F-7140-FA74-237F-965CC609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8332-814A-F678-56BF-A77E03D84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17" y="-124391"/>
            <a:ext cx="8878824" cy="1069848"/>
          </a:xfrm>
        </p:spPr>
        <p:txBody>
          <a:bodyPr/>
          <a:lstStyle/>
          <a:p>
            <a:r>
              <a:rPr lang="en-US" b="0" dirty="0">
                <a:cs typeface="Segoe UI Light"/>
              </a:rPr>
              <a:t>Technology stack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7F9EEF-7CFA-36E9-FB3D-9724CBAC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D6B2BEE-EC8B-9AA2-8792-286C4A85CA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27254691"/>
              </p:ext>
            </p:extLst>
          </p:nvPr>
        </p:nvGraphicFramePr>
        <p:xfrm>
          <a:off x="1072022" y="1437701"/>
          <a:ext cx="7295230" cy="351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7615">
                  <a:extLst>
                    <a:ext uri="{9D8B030D-6E8A-4147-A177-3AD203B41FA5}">
                      <a16:colId xmlns:a16="http://schemas.microsoft.com/office/drawing/2014/main" val="206097683"/>
                    </a:ext>
                  </a:extLst>
                </a:gridCol>
                <a:gridCol w="3647615">
                  <a:extLst>
                    <a:ext uri="{9D8B030D-6E8A-4147-A177-3AD203B41FA5}">
                      <a16:colId xmlns:a16="http://schemas.microsoft.com/office/drawing/2014/main" val="1625027626"/>
                    </a:ext>
                  </a:extLst>
                </a:gridCol>
              </a:tblGrid>
              <a:tr h="390126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769959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US" dirty="0"/>
                        <a:t>Frontend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Streamlit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0487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US" dirty="0"/>
                        <a:t>Language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272785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US" dirty="0"/>
                        <a:t>NLP Framework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Sentence Transformers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38582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US" dirty="0"/>
                        <a:t>Embedding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all-MiniLM-L6-v2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759783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IN" dirty="0"/>
                        <a:t>Resume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PyMuPDF</a:t>
                      </a:r>
                      <a:r>
                        <a:rPr lang="en-IN" dirty="0"/>
                        <a:t>, python-docx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519736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IN" dirty="0"/>
                        <a:t>Similarity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Cosine Similarity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91058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IN" dirty="0"/>
                        <a:t>Data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Pandas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0878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IN" dirty="0"/>
                        <a:t>PDF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ReportLab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9588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8212366-607D-0830-DB3F-2FDF06868637}"/>
              </a:ext>
            </a:extLst>
          </p:cNvPr>
          <p:cNvSpPr txBox="1"/>
          <p:nvPr/>
        </p:nvSpPr>
        <p:spPr>
          <a:xfrm>
            <a:off x="993058" y="5103674"/>
            <a:ext cx="4552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Why These Technologies?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Fast and lightweight semantic matching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Easy AI workflow development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Efficient text embedding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Simple interactive recruiter interface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B71C7E-3168-58FD-E78F-B1340ED0AD42}"/>
              </a:ext>
            </a:extLst>
          </p:cNvPr>
          <p:cNvSpPr txBox="1"/>
          <p:nvPr/>
        </p:nvSpPr>
        <p:spPr>
          <a:xfrm>
            <a:off x="993058" y="897856"/>
            <a:ext cx="1503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359095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0B6F5-2A2B-4202-4A53-E2B2F473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BF93-1963-595E-05D9-E36DF6B6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17" y="-124391"/>
            <a:ext cx="8878824" cy="1069848"/>
          </a:xfrm>
        </p:spPr>
        <p:txBody>
          <a:bodyPr/>
          <a:lstStyle/>
          <a:p>
            <a:r>
              <a:rPr lang="en-IN" dirty="0"/>
              <a:t>Scoring &amp; Ranking System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AA598A-288D-CCAE-0A19-C3A4F5C6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C7343C3-DA8F-5663-7A15-BBED85229E5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439295"/>
              </p:ext>
            </p:extLst>
          </p:nvPr>
        </p:nvGraphicFramePr>
        <p:xfrm>
          <a:off x="1081855" y="1523661"/>
          <a:ext cx="7295230" cy="2340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7615">
                  <a:extLst>
                    <a:ext uri="{9D8B030D-6E8A-4147-A177-3AD203B41FA5}">
                      <a16:colId xmlns:a16="http://schemas.microsoft.com/office/drawing/2014/main" val="206097683"/>
                    </a:ext>
                  </a:extLst>
                </a:gridCol>
                <a:gridCol w="3647615">
                  <a:extLst>
                    <a:ext uri="{9D8B030D-6E8A-4147-A177-3AD203B41FA5}">
                      <a16:colId xmlns:a16="http://schemas.microsoft.com/office/drawing/2014/main" val="1625027626"/>
                    </a:ext>
                  </a:extLst>
                </a:gridCol>
              </a:tblGrid>
              <a:tr h="390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Rubric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769959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IN" dirty="0"/>
                        <a:t>Skills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0487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IN" dirty="0"/>
                        <a:t>Experience 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272785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IN" dirty="0"/>
                        <a:t>Education &amp; Certifications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38582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IN" dirty="0"/>
                        <a:t>Projects /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759783"/>
                  </a:ext>
                </a:extLst>
              </a:tr>
              <a:tr h="390126">
                <a:tc>
                  <a:txBody>
                    <a:bodyPr/>
                    <a:lstStyle/>
                    <a:p>
                      <a:r>
                        <a:rPr lang="en-IN" dirty="0"/>
                        <a:t>Communication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51973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8359094-FF35-2974-3F41-9ACBFB61B0C5}"/>
              </a:ext>
            </a:extLst>
          </p:cNvPr>
          <p:cNvSpPr txBox="1"/>
          <p:nvPr/>
        </p:nvSpPr>
        <p:spPr>
          <a:xfrm>
            <a:off x="993058" y="4225043"/>
            <a:ext cx="4552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Recommendation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Maybe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Reject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Recommendations generated using semantic similarity thresholds and weighted rubric scoring.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AA9E0-3051-3BE6-B196-622D15C85D1A}"/>
              </a:ext>
            </a:extLst>
          </p:cNvPr>
          <p:cNvSpPr txBox="1"/>
          <p:nvPr/>
        </p:nvSpPr>
        <p:spPr>
          <a:xfrm>
            <a:off x="993058" y="1029380"/>
            <a:ext cx="338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Candidate Evaluation Rubric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3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A1B1-6154-6512-3E4E-96C03448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8E98-D748-94DD-B0E3-510736F6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17" y="-124391"/>
            <a:ext cx="8878824" cy="1069848"/>
          </a:xfrm>
        </p:spPr>
        <p:txBody>
          <a:bodyPr/>
          <a:lstStyle/>
          <a:p>
            <a:r>
              <a:rPr lang="en-IN" dirty="0"/>
              <a:t>Results &amp; Output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A20B3E-F803-D3BB-1A7D-0B57BB6C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75D0B-048B-90EA-754B-5EB4603EA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6570" y="1219200"/>
            <a:ext cx="10185055" cy="323763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/>
              <a:t>The system successfully:</a:t>
            </a:r>
          </a:p>
          <a:p>
            <a:r>
              <a:rPr lang="en-US" sz="2000" dirty="0"/>
              <a:t>Semantic Match Scores </a:t>
            </a:r>
          </a:p>
          <a:p>
            <a:r>
              <a:rPr lang="en-US" sz="2000" dirty="0"/>
              <a:t>AI Evaluation Scores </a:t>
            </a:r>
          </a:p>
          <a:p>
            <a:r>
              <a:rPr lang="en-US" sz="2000" dirty="0"/>
              <a:t>Candidate Rankings </a:t>
            </a:r>
          </a:p>
          <a:p>
            <a:r>
              <a:rPr lang="en-US" sz="2000" dirty="0"/>
              <a:t>HR Override Decisions </a:t>
            </a:r>
          </a:p>
          <a:p>
            <a:r>
              <a:rPr lang="en-US" sz="2000" dirty="0"/>
              <a:t>CSV Report Export </a:t>
            </a:r>
          </a:p>
          <a:p>
            <a:r>
              <a:rPr lang="en-US" sz="2000" dirty="0"/>
              <a:t>PDF Report Export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5F98E4-BFB2-28A2-CF8D-37BF0A552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45457"/>
            <a:ext cx="6040601" cy="3190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BAF519-0FA1-2D19-9662-C2F6AB6FC6F0}"/>
              </a:ext>
            </a:extLst>
          </p:cNvPr>
          <p:cNvSpPr txBox="1"/>
          <p:nvPr/>
        </p:nvSpPr>
        <p:spPr>
          <a:xfrm>
            <a:off x="6027755" y="4108924"/>
            <a:ext cx="2025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</a:rPr>
              <a:t>ai_evaluation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6B7346-BCD7-6A5C-79CF-E8AD160D2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09480"/>
            <a:ext cx="5690048" cy="17861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0D78B9-7E5F-44CB-88AB-50298377A999}"/>
              </a:ext>
            </a:extLst>
          </p:cNvPr>
          <p:cNvSpPr txBox="1"/>
          <p:nvPr/>
        </p:nvSpPr>
        <p:spPr>
          <a:xfrm>
            <a:off x="6096000" y="6192364"/>
            <a:ext cx="2349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PDF/</a:t>
            </a:r>
            <a:r>
              <a:rPr lang="en-US" sz="1200" dirty="0" err="1">
                <a:solidFill>
                  <a:schemeClr val="bg1"/>
                </a:solidFill>
              </a:rPr>
              <a:t>CSV_export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364323-6FA6-1893-F886-71922A594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76" y="4971412"/>
            <a:ext cx="5692879" cy="122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D96242-DD77-FA56-C76D-80381244E22B}"/>
              </a:ext>
            </a:extLst>
          </p:cNvPr>
          <p:cNvSpPr txBox="1"/>
          <p:nvPr/>
        </p:nvSpPr>
        <p:spPr>
          <a:xfrm>
            <a:off x="266631" y="6169521"/>
            <a:ext cx="2182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</a:rPr>
              <a:t>hr_override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170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E3DEC-452D-2569-B6F3-2ADC6C2E9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22AA-5FDC-5A0F-71AB-0A59EBE2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17" y="-124391"/>
            <a:ext cx="8878824" cy="1069848"/>
          </a:xfrm>
        </p:spPr>
        <p:txBody>
          <a:bodyPr/>
          <a:lstStyle/>
          <a:p>
            <a:r>
              <a:rPr lang="en-IN" dirty="0"/>
              <a:t>Security Mitigations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B1C193-A386-8BE5-2D05-62969C60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8BA5612-4759-F810-CF38-84CFAE03D7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38049833"/>
              </p:ext>
            </p:extLst>
          </p:nvPr>
        </p:nvGraphicFramePr>
        <p:xfrm>
          <a:off x="1012722" y="2002983"/>
          <a:ext cx="8150942" cy="3109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471">
                  <a:extLst>
                    <a:ext uri="{9D8B030D-6E8A-4147-A177-3AD203B41FA5}">
                      <a16:colId xmlns:a16="http://schemas.microsoft.com/office/drawing/2014/main" val="206097683"/>
                    </a:ext>
                  </a:extLst>
                </a:gridCol>
                <a:gridCol w="4075471">
                  <a:extLst>
                    <a:ext uri="{9D8B030D-6E8A-4147-A177-3AD203B41FA5}">
                      <a16:colId xmlns:a16="http://schemas.microsoft.com/office/drawing/2014/main" val="1625027626"/>
                    </a:ext>
                  </a:extLst>
                </a:gridCol>
              </a:tblGrid>
              <a:tr h="51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Mitigation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769959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r>
                        <a:rPr lang="en-IN" dirty="0"/>
                        <a:t>API Key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Stored using </a:t>
                      </a:r>
                      <a:r>
                        <a:rPr lang="en-IN" sz="18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.env</a:t>
                      </a:r>
                      <a:endParaRPr lang="en-IN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80487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r>
                        <a:rPr lang="en-IN" dirty="0"/>
                        <a:t>Prompt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Structured evaluation 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272785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r>
                        <a:rPr lang="en-IN" dirty="0"/>
                        <a:t>PII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Local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38582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r>
                        <a:rPr lang="en-IN" dirty="0"/>
                        <a:t>Hallucination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Rule-based scoring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759783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r>
                        <a:rPr lang="en-IN" dirty="0"/>
                        <a:t>Unauthorized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Localhost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51973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735DC1B-9402-FBB5-59B7-28661F380F79}"/>
              </a:ext>
            </a:extLst>
          </p:cNvPr>
          <p:cNvSpPr txBox="1"/>
          <p:nvPr/>
        </p:nvSpPr>
        <p:spPr>
          <a:xfrm>
            <a:off x="924232" y="1140373"/>
            <a:ext cx="3382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Security Risk Mitigation</a:t>
            </a:r>
          </a:p>
        </p:txBody>
      </p:sp>
    </p:spTree>
    <p:extLst>
      <p:ext uri="{BB962C8B-B14F-4D97-AF65-F5344CB8AC3E}">
        <p14:creationId xmlns:p14="http://schemas.microsoft.com/office/powerpoint/2010/main" val="1300536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5675-7E51-CA59-092F-C08FB07D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A15F-A821-F257-C10E-41805E07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17" y="-124391"/>
            <a:ext cx="8878824" cy="1069848"/>
          </a:xfrm>
        </p:spPr>
        <p:txBody>
          <a:bodyPr/>
          <a:lstStyle/>
          <a:p>
            <a:r>
              <a:rPr lang="en-IN" dirty="0"/>
              <a:t>Learnings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2D108D-C56A-CC81-015E-6CA59EAC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45B8B-54E7-D7EA-2BB6-80D214060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949" y="1260389"/>
            <a:ext cx="9915864" cy="323763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200" b="1" dirty="0"/>
              <a:t>Key Learnings</a:t>
            </a:r>
          </a:p>
          <a:p>
            <a:pPr marL="0" indent="0">
              <a:buNone/>
            </a:pPr>
            <a:endParaRPr lang="en-US" sz="3200" b="1" dirty="0"/>
          </a:p>
          <a:p>
            <a:r>
              <a:rPr lang="en-US" sz="2800" dirty="0"/>
              <a:t>Understanding semantic similarity matching </a:t>
            </a:r>
          </a:p>
          <a:p>
            <a:r>
              <a:rPr lang="en-US" sz="2800" dirty="0"/>
              <a:t>Resume parsing using NLP pipelines </a:t>
            </a:r>
          </a:p>
          <a:p>
            <a:r>
              <a:rPr lang="en-US" sz="2800" dirty="0"/>
              <a:t>Embedding-based candidate evaluation </a:t>
            </a:r>
          </a:p>
          <a:p>
            <a:r>
              <a:rPr lang="en-US" sz="2800" dirty="0"/>
              <a:t>Human-in-the-loop AI workflows </a:t>
            </a:r>
          </a:p>
          <a:p>
            <a:r>
              <a:rPr lang="en-US" sz="2800" dirty="0"/>
              <a:t>Building interactive AI applications using </a:t>
            </a:r>
            <a:r>
              <a:rPr lang="en-US" sz="2800" dirty="0" err="1"/>
              <a:t>Streamlit</a:t>
            </a:r>
            <a:r>
              <a:rPr lang="en-US" sz="2800" dirty="0"/>
              <a:t> </a:t>
            </a:r>
          </a:p>
          <a:p>
            <a:r>
              <a:rPr lang="en-US" sz="2800" dirty="0"/>
              <a:t>Importance of structured scoring systems </a:t>
            </a:r>
          </a:p>
        </p:txBody>
      </p:sp>
    </p:spTree>
    <p:extLst>
      <p:ext uri="{BB962C8B-B14F-4D97-AF65-F5344CB8AC3E}">
        <p14:creationId xmlns:p14="http://schemas.microsoft.com/office/powerpoint/2010/main" val="409451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4C05F-568A-3BAD-D3DC-ECD5DFB8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981E-236A-E533-E9C3-CD4E1CFB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17" y="-124391"/>
            <a:ext cx="8878824" cy="1069848"/>
          </a:xfrm>
        </p:spPr>
        <p:txBody>
          <a:bodyPr/>
          <a:lstStyle/>
          <a:p>
            <a:r>
              <a:rPr lang="en-IN" dirty="0"/>
              <a:t>Future Scope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217560-8449-C8A6-6A53-6E0EBB45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4C248-3E0C-6966-9BC2-0E23EA9D7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948" y="1260389"/>
            <a:ext cx="10633619" cy="37147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3200" b="1" dirty="0"/>
              <a:t>Future Improvements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IN" sz="2000" dirty="0"/>
              <a:t>LLM-powered evaluation </a:t>
            </a:r>
          </a:p>
          <a:p>
            <a:r>
              <a:rPr lang="en-IN" sz="2000" dirty="0"/>
              <a:t>LinkedIn profile integration </a:t>
            </a:r>
          </a:p>
          <a:p>
            <a:r>
              <a:rPr lang="en-IN" sz="2000" dirty="0"/>
              <a:t>Cloud deployment </a:t>
            </a:r>
          </a:p>
          <a:p>
            <a:r>
              <a:rPr lang="en-IN" sz="2000" dirty="0"/>
              <a:t>Authentication system </a:t>
            </a:r>
          </a:p>
          <a:p>
            <a:r>
              <a:rPr lang="en-IN" sz="2000" dirty="0"/>
              <a:t>Recruiter analytics dashboard </a:t>
            </a:r>
          </a:p>
          <a:p>
            <a:r>
              <a:rPr lang="en-IN" sz="2000" dirty="0"/>
              <a:t>Vector database integration</a:t>
            </a:r>
          </a:p>
        </p:txBody>
      </p:sp>
    </p:spTree>
    <p:extLst>
      <p:ext uri="{BB962C8B-B14F-4D97-AF65-F5344CB8AC3E}">
        <p14:creationId xmlns:p14="http://schemas.microsoft.com/office/powerpoint/2010/main" val="140613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4A3FD6-E6BF-490E-B6B4-6A011394B0E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221</TotalTime>
  <Words>403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Segoe UI Light</vt:lpstr>
      <vt:lpstr>Tw Cen MT</vt:lpstr>
      <vt:lpstr>Office Theme</vt:lpstr>
      <vt:lpstr>AI Resume Shortlisting Agent</vt:lpstr>
      <vt:lpstr>Problem Statement</vt:lpstr>
      <vt:lpstr>Proposed Solution</vt:lpstr>
      <vt:lpstr>System Architecture</vt:lpstr>
      <vt:lpstr>Technology stack</vt:lpstr>
      <vt:lpstr>Scoring &amp; Ranking System</vt:lpstr>
      <vt:lpstr>Results &amp; Output</vt:lpstr>
      <vt:lpstr>Security Mitigations</vt:lpstr>
      <vt:lpstr>Learnings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Vivek Sagar Arora</cp:lastModifiedBy>
  <cp:revision>215</cp:revision>
  <dcterms:created xsi:type="dcterms:W3CDTF">2026-04-26T14:00:39Z</dcterms:created>
  <dcterms:modified xsi:type="dcterms:W3CDTF">2026-05-11T09:53:01Z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